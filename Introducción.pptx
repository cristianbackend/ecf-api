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Poppins Bold" charset="1" panose="00000800000000000000"/>
      <p:regular r:id="rId10"/>
    </p:embeddedFont>
    <p:embeddedFont>
      <p:font typeface="Lato Bold" charset="1" panose="020F0502020204030203"/>
      <p:regular r:id="rId11"/>
    </p:embeddedFont>
    <p:embeddedFont>
      <p:font typeface="Lato" charset="1" panose="020F0502020204030203"/>
      <p:regular r:id="rId12"/>
    </p:embeddedFont>
    <p:embeddedFont>
      <p:font typeface="Poppins" charset="1" panose="000005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2" Target="../media/image3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51837" y="289333"/>
            <a:ext cx="12112509" cy="8707633"/>
          </a:xfrm>
          <a:custGeom>
            <a:avLst/>
            <a:gdLst/>
            <a:ahLst/>
            <a:cxnLst/>
            <a:rect r="r" b="b" t="t" l="l"/>
            <a:pathLst>
              <a:path h="8707633" w="12112509">
                <a:moveTo>
                  <a:pt x="0" y="0"/>
                </a:moveTo>
                <a:lnTo>
                  <a:pt x="12112509" y="0"/>
                </a:lnTo>
                <a:lnTo>
                  <a:pt x="12112509" y="8707633"/>
                </a:lnTo>
                <a:lnTo>
                  <a:pt x="0" y="870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1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6281" y="6172984"/>
            <a:ext cx="5650629" cy="2062480"/>
          </a:xfrm>
          <a:custGeom>
            <a:avLst/>
            <a:gdLst/>
            <a:ahLst/>
            <a:cxnLst/>
            <a:rect r="r" b="b" t="t" l="l"/>
            <a:pathLst>
              <a:path h="2062480" w="5650629">
                <a:moveTo>
                  <a:pt x="0" y="0"/>
                </a:moveTo>
                <a:lnTo>
                  <a:pt x="5650629" y="0"/>
                </a:lnTo>
                <a:lnTo>
                  <a:pt x="5650629" y="2062480"/>
                </a:lnTo>
                <a:lnTo>
                  <a:pt x="0" y="2062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57290" y="1532226"/>
            <a:ext cx="16067521" cy="220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sz="14508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7290" y="4437529"/>
            <a:ext cx="16067521" cy="103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399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UNICARIBE ES UNA UNIVERSIDAD ORIENTADA A LA EDUCACIÓN VIRTUAL, OFRECIENDO HERRAMIENTAS MODERNAS Y ACCESIBLES PARA FACILITAR EL APRENDIZAJE DE SUS ESTUDIANTES DESDE CUALQUIER LUGAR.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223014">
            <a:off x="10390308" y="-6185338"/>
            <a:ext cx="10128448" cy="10895890"/>
          </a:xfrm>
          <a:custGeom>
            <a:avLst/>
            <a:gdLst/>
            <a:ahLst/>
            <a:cxnLst/>
            <a:rect r="r" b="b" t="t" l="l"/>
            <a:pathLst>
              <a:path h="10895890" w="10128448">
                <a:moveTo>
                  <a:pt x="0" y="0"/>
                </a:moveTo>
                <a:lnTo>
                  <a:pt x="10128448" y="0"/>
                </a:lnTo>
                <a:lnTo>
                  <a:pt x="10128448" y="10895890"/>
                </a:lnTo>
                <a:lnTo>
                  <a:pt x="0" y="10895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7" t="0" r="-15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82254" y="2371255"/>
            <a:ext cx="7523493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Plataforma y recursos virtuales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24754" y="3139605"/>
            <a:ext cx="11887411" cy="519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5738" indent="-452869" lvl="1">
              <a:lnSpc>
                <a:spcPts val="5873"/>
              </a:lnSpc>
              <a:buFont typeface="Arial"/>
              <a:buChar char="•"/>
            </a:pPr>
            <a:r>
              <a:rPr lang="en-US" sz="4195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Plataforma virtual educativa disponible 24/7.</a:t>
            </a:r>
          </a:p>
          <a:p>
            <a:pPr algn="l" marL="905738" indent="-452869" lvl="1">
              <a:lnSpc>
                <a:spcPts val="5873"/>
              </a:lnSpc>
              <a:buFont typeface="Arial"/>
              <a:buChar char="•"/>
            </a:pPr>
            <a:r>
              <a:rPr lang="en-US" sz="4195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Biblioteca virtual con recursos académicos.</a:t>
            </a:r>
          </a:p>
          <a:p>
            <a:pPr algn="l" marL="905738" indent="-452869" lvl="1">
              <a:lnSpc>
                <a:spcPts val="5873"/>
              </a:lnSpc>
              <a:buFont typeface="Arial"/>
              <a:buChar char="•"/>
            </a:pPr>
            <a:r>
              <a:rPr lang="en-US" sz="4195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Acceso a clases y materiales desde cualquier lugar.</a:t>
            </a:r>
          </a:p>
          <a:p>
            <a:pPr algn="l" marL="905738" indent="-452869" lvl="1">
              <a:lnSpc>
                <a:spcPts val="5873"/>
              </a:lnSpc>
              <a:buFont typeface="Arial"/>
              <a:buChar char="•"/>
            </a:pPr>
            <a:r>
              <a:rPr lang="en-US" sz="4195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Herramientas digitales para facilitar el aprendizaje</a:t>
            </a:r>
          </a:p>
          <a:p>
            <a:pPr algn="l">
              <a:lnSpc>
                <a:spcPts val="5873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667493" y="1256564"/>
            <a:ext cx="1521445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PLATAFORMA Y RECURSOS VIRTUALES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410612">
            <a:off x="15236894" y="3514366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872080" y="4042600"/>
            <a:ext cx="5923157" cy="4022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1497" indent="-310749" lvl="1">
              <a:lnSpc>
                <a:spcPts val="4030"/>
              </a:lnSpc>
              <a:buFont typeface="Arial"/>
              <a:buChar char="•"/>
            </a:pPr>
            <a:r>
              <a:rPr lang="en-US" sz="2878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Flexibilidad de horarios.</a:t>
            </a:r>
          </a:p>
          <a:p>
            <a:pPr algn="l" marL="621497" indent="-310749" lvl="1">
              <a:lnSpc>
                <a:spcPts val="4030"/>
              </a:lnSpc>
              <a:buFont typeface="Arial"/>
              <a:buChar char="•"/>
            </a:pPr>
            <a:r>
              <a:rPr lang="en-US" sz="2878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Facilidad para estudiar y trabajar al mismo tiempo.</a:t>
            </a:r>
          </a:p>
          <a:p>
            <a:pPr algn="l" marL="621497" indent="-310749" lvl="1">
              <a:lnSpc>
                <a:spcPts val="4030"/>
              </a:lnSpc>
              <a:buFont typeface="Arial"/>
              <a:buChar char="•"/>
            </a:pPr>
            <a:r>
              <a:rPr lang="en-US" sz="2878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Soporte académico y tecnológico.</a:t>
            </a:r>
          </a:p>
          <a:p>
            <a:pPr algn="l" marL="621497" indent="-310749" lvl="1">
              <a:lnSpc>
                <a:spcPts val="4030"/>
              </a:lnSpc>
              <a:spcBef>
                <a:spcPct val="0"/>
              </a:spcBef>
              <a:buFont typeface="Arial"/>
              <a:buChar char="•"/>
            </a:pPr>
            <a:r>
              <a:rPr lang="en-US" sz="2878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Diferentes carreras y programas educativos.</a:t>
            </a:r>
          </a:p>
          <a:p>
            <a:pPr algn="l">
              <a:lnSpc>
                <a:spcPts val="403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376259" y="1842325"/>
            <a:ext cx="8531473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BENEFICIOS PARA LOS ESTUDIANTES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0217" y="2068918"/>
            <a:ext cx="8304816" cy="7881450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665" y="645697"/>
            <a:ext cx="16598104" cy="995428"/>
            <a:chOff x="0" y="0"/>
            <a:chExt cx="4371517" cy="262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1517" cy="262170"/>
            </a:xfrm>
            <a:custGeom>
              <a:avLst/>
              <a:gdLst/>
              <a:ahLst/>
              <a:cxnLst/>
              <a:rect r="r" b="b" t="t" l="l"/>
              <a:pathLst>
                <a:path h="262170" w="4371517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2100837">
            <a:off x="8982673" y="428119"/>
            <a:ext cx="8310061" cy="8781453"/>
          </a:xfrm>
          <a:custGeom>
            <a:avLst/>
            <a:gdLst/>
            <a:ahLst/>
            <a:cxnLst/>
            <a:rect r="r" b="b" t="t" l="l"/>
            <a:pathLst>
              <a:path h="8781453" w="8310061">
                <a:moveTo>
                  <a:pt x="8310061" y="0"/>
                </a:moveTo>
                <a:lnTo>
                  <a:pt x="0" y="0"/>
                </a:lnTo>
                <a:lnTo>
                  <a:pt x="0" y="8781453"/>
                </a:lnTo>
                <a:lnTo>
                  <a:pt x="8310061" y="8781453"/>
                </a:lnTo>
                <a:lnTo>
                  <a:pt x="8310061" y="0"/>
                </a:lnTo>
                <a:close/>
              </a:path>
            </a:pathLst>
          </a:custGeom>
          <a:blipFill>
            <a:blip r:embed="rId2"/>
            <a:stretch>
              <a:fillRect l="0" t="0" r="-381" b="-186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50445" y="9258300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73813" y="9258300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1305" y="879197"/>
            <a:ext cx="528429" cy="528429"/>
          </a:xfrm>
          <a:custGeom>
            <a:avLst/>
            <a:gdLst/>
            <a:ahLst/>
            <a:cxnLst/>
            <a:rect r="r" b="b" t="t" l="l"/>
            <a:pathLst>
              <a:path h="528429" w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28665" y="3213525"/>
            <a:ext cx="12688948" cy="220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sz="14508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96669" y="882426"/>
            <a:ext cx="453537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Ingoude Company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606686"/>
            <a:ext cx="13980036" cy="169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UNICARIBE ofrece servicios modernos y accesibles que ayudan a los estudiantes a desarrollarse profesionalmente mediante una educación virtual flexible y de calidad.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9481" y="9244648"/>
            <a:ext cx="3572146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www.reallygreatsite.com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73888" y="9244648"/>
            <a:ext cx="3725926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hello@reallygreatsite.com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51260" y="9244648"/>
            <a:ext cx="4316991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123 Anywhere Street., Any City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28665" y="9258300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DAHKT0dKPOo</dc:identifier>
  <dcterms:modified xsi:type="dcterms:W3CDTF">2011-08-01T06:04:30Z</dcterms:modified>
  <cp:revision>1</cp:revision>
  <dc:title>Introducción</dc:title>
</cp:coreProperties>
</file>